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8770" y="-213995"/>
            <a:ext cx="12830175" cy="7286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DejaVu Sans</vt:lpstr>
      <vt:lpstr>Arial Unicode MS</vt:lpstr>
      <vt:lpstr>Arial Black</vt:lpstr>
      <vt:lpstr>Microsoft YaHei</vt:lpstr>
      <vt:lpstr>SimSun</vt:lpstr>
      <vt:lpstr>C059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bobur</dc:creator>
  <cp:lastModifiedBy>bobur</cp:lastModifiedBy>
  <cp:revision>7</cp:revision>
  <dcterms:created xsi:type="dcterms:W3CDTF">2025-11-13T11:49:26Z</dcterms:created>
  <dcterms:modified xsi:type="dcterms:W3CDTF">2025-11-13T11:49:26Z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